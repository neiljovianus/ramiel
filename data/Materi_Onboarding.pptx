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Selamat Datang di Vistakom Mars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Materi Onboarding Pekerja Cyborg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